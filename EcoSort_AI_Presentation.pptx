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EcoSort AI  |  a beginner's project: I am still learning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FFFFFF"/>
                </a:solidFill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08A1E"/>
                </a:solidFill>
              </a:rPr>
              <a:t>ECOSORT AI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Sorting household waste from a photo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A machine learning project, Version 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4480560" cy="457200"/>
          </a:xfrm>
          <a:prstGeom prst="roundRect">
            <a:avLst>
              <a:gd name="adj" fmla="val 20000"/>
            </a:avLst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063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 beginner project: I am still learning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931920"/>
            <a:ext cx="1234440" cy="411480"/>
          </a:xfrm>
          <a:prstGeom prst="roundRect">
            <a:avLst>
              <a:gd name="adj" fmla="val 22222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9319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cardboard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984248" y="3931920"/>
            <a:ext cx="1234440" cy="411480"/>
          </a:xfrm>
          <a:prstGeom prst="roundRect">
            <a:avLst>
              <a:gd name="adj" fmla="val 22222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84248" y="39319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glass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28416" y="3931920"/>
            <a:ext cx="1234440" cy="411480"/>
          </a:xfrm>
          <a:prstGeom prst="roundRect">
            <a:avLst>
              <a:gd name="adj" fmla="val 22222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28416" y="39319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metal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72584" y="3931920"/>
            <a:ext cx="1234440" cy="411480"/>
          </a:xfrm>
          <a:prstGeom prst="roundRect">
            <a:avLst>
              <a:gd name="adj" fmla="val 22222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72584" y="39319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paper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16752" y="3931920"/>
            <a:ext cx="1234440" cy="411480"/>
          </a:xfrm>
          <a:prstGeom prst="roundRect">
            <a:avLst>
              <a:gd name="adj" fmla="val 22222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16752" y="39319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plastic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60920" y="3931920"/>
            <a:ext cx="1234440" cy="411480"/>
          </a:xfrm>
          <a:prstGeom prst="roundRect">
            <a:avLst>
              <a:gd name="adj" fmla="val 22222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60920" y="39319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trash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Presented by Nati  |  16 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EcoSort AI does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</a:rPr>
              <a:t>The goal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1322832" cy="731520"/>
          </a:xfrm>
          <a:prstGeom prst="roundRect">
            <a:avLst>
              <a:gd name="adj" fmla="val 10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91640"/>
            <a:ext cx="1231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One photo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36064" y="1965960"/>
            <a:ext cx="201168" cy="182880"/>
          </a:xfrm>
          <a:prstGeom prst="rightArrow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64664" y="1691640"/>
            <a:ext cx="1322832" cy="731520"/>
          </a:xfrm>
          <a:prstGeom prst="roundRect">
            <a:avLst>
              <a:gd name="adj" fmla="val 10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10384" y="1691640"/>
            <a:ext cx="1231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14928" y="1965960"/>
            <a:ext cx="201168" cy="182880"/>
          </a:xfrm>
          <a:prstGeom prst="rightArrow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3528" y="1691640"/>
            <a:ext cx="1322832" cy="731520"/>
          </a:xfrm>
          <a:prstGeom prst="roundRect">
            <a:avLst>
              <a:gd name="adj" fmla="val 10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89248" y="1691640"/>
            <a:ext cx="1231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One of 6 labels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26060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cardboard · glass · metal · paper · plastic · trash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10896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Data: TrashNet (2,527 photos)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Version 1: software only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Tools: Python, PyCharm, PyTorch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23560" y="1097280"/>
            <a:ext cx="3063240" cy="1828800"/>
          </a:xfrm>
          <a:prstGeom prst="roundRect">
            <a:avLst>
              <a:gd name="adj" fmla="val 4000"/>
            </a:avLst>
          </a:prstGeom>
          <a:solidFill>
            <a:srgbClr val="FFF4E0"/>
          </a:solidFill>
          <a:ln w="19050">
            <a:solidFill>
              <a:srgbClr val="E08A1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06440" y="12070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08A1E"/>
                </a:solidFill>
              </a:rPr>
              <a:t>I am still learning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806440" y="164592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This is my first complete machine learning project. I learned each step by doing it, so some of my choices may not be the best ones.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23560" y="315468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23560" y="3246120"/>
            <a:ext cx="64008" cy="685800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806440" y="3209544"/>
            <a:ext cx="118872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6FB2"/>
                </a:solidFill>
              </a:rPr>
              <a:t>2,525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5806440" y="3623767"/>
            <a:ext cx="118872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photos in my split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23760" y="315468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23760" y="3246120"/>
            <a:ext cx="64008" cy="6858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06640" y="3209544"/>
            <a:ext cx="118872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8B57"/>
                </a:solidFill>
              </a:rPr>
              <a:t>4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7406640" y="3623767"/>
            <a:ext cx="118872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models trained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roadmap: 8 steps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865376" cy="914400"/>
          </a:xfrm>
          <a:prstGeom prst="roundRect">
            <a:avLst>
              <a:gd name="adj" fmla="val 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23444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  Clean the data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350008" y="1600200"/>
            <a:ext cx="201168" cy="182880"/>
          </a:xfrm>
          <a:prstGeom prst="rightArrow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78608" y="1234440"/>
            <a:ext cx="1865376" cy="914400"/>
          </a:xfrm>
          <a:prstGeom prst="roundRect">
            <a:avLst>
              <a:gd name="adj" fmla="val 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24328" y="123444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  Set up the tools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71416" y="1600200"/>
            <a:ext cx="201168" cy="182880"/>
          </a:xfrm>
          <a:prstGeom prst="rightArrow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0016" y="1234440"/>
            <a:ext cx="1865376" cy="914400"/>
          </a:xfrm>
          <a:prstGeom prst="roundRect">
            <a:avLst>
              <a:gd name="adj" fmla="val 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45736" y="123444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  Load the images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92824" y="1600200"/>
            <a:ext cx="201168" cy="182880"/>
          </a:xfrm>
          <a:prstGeom prst="rightArrow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21424" y="1234440"/>
            <a:ext cx="1865376" cy="914400"/>
          </a:xfrm>
          <a:prstGeom prst="roundRect">
            <a:avLst>
              <a:gd name="adj" fmla="val 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67144" y="123444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  Model 1: small CNN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1865376" cy="914400"/>
          </a:xfrm>
          <a:prstGeom prst="roundRect">
            <a:avLst>
              <a:gd name="adj" fmla="val 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" y="269748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  Model 2: transfer learning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350008" y="3063240"/>
            <a:ext cx="201168" cy="182880"/>
          </a:xfrm>
          <a:prstGeom prst="rightArrow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78608" y="2697480"/>
            <a:ext cx="1865376" cy="914400"/>
          </a:xfrm>
          <a:prstGeom prst="roundRect">
            <a:avLst>
              <a:gd name="adj" fmla="val 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624328" y="269748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  Experiments: Models 3 and 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471416" y="3063240"/>
            <a:ext cx="201168" cy="182880"/>
          </a:xfrm>
          <a:prstGeom prst="rightArrow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0016" y="2697480"/>
            <a:ext cx="1865376" cy="914400"/>
          </a:xfrm>
          <a:prstGeom prst="roundRect">
            <a:avLst>
              <a:gd name="adj" fmla="val 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45736" y="269748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  Final test, used once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92824" y="3063240"/>
            <a:ext cx="201168" cy="182880"/>
          </a:xfrm>
          <a:prstGeom prst="rightArrow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21424" y="2697480"/>
            <a:ext cx="1865376" cy="914400"/>
          </a:xfrm>
          <a:prstGeom prst="roundRect">
            <a:avLst>
              <a:gd name="adj" fmla="val 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67144" y="269748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  Try my own photos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Each step has its own slide. After every step I checked the result before moving 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Step 1: Check and clean the data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384048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What I checked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Photos in the folder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2,527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Rows in my split file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2,525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Duplicates removed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Extra file in __MACOSX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ignored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/home/claude/work/fig1_spl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108253"/>
            <a:ext cx="4206240" cy="235549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37490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8F1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40080" y="37490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Split frozen:  train 1,768  |  validation 377  |  test 380.  A duplicate in two splits would let the model cheat, so I removed them.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Step 2: Set up the tools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35661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Tool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Version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Python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3.12.10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PyCharm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with .venv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PyTorch (CPU)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2.14.1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torchvision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0.29.1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pandas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3.0.6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5204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No graphics card: each model trained in 6 to 18 minutes on a normal laptop.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389120" y="10972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</a:rPr>
              <a:t>A problem I hit, and the fix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389120" y="1508760"/>
            <a:ext cx="4297680" cy="7315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389120" y="1581912"/>
            <a:ext cx="64008" cy="5852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0" y="15087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Error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WinError 1114 (c10.dll) when importing torch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2377440"/>
            <a:ext cx="4297680" cy="7315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89120" y="2450592"/>
            <a:ext cx="64008" cy="585216"/>
          </a:xfrm>
          <a:prstGeom prst="rect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0" y="23774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8A1E"/>
                </a:solidFill>
              </a:rPr>
              <a:t>Fix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Install Microsoft Visual C++ Redistributable, restart the PC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89120" y="3246120"/>
            <a:ext cx="4297680" cy="7315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89120" y="3319272"/>
            <a:ext cx="64008" cy="585216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0" y="32461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57"/>
                </a:solidFill>
              </a:rPr>
              <a:t>Result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PyTorch 2.14.1 runs on my CPU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Step 3: Feed the photos to the model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441094" cy="914400"/>
          </a:xfrm>
          <a:prstGeom prst="roundRect">
            <a:avLst>
              <a:gd name="adj" fmla="val 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234440"/>
            <a:ext cx="13496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Split file (CSV)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925726" y="1600200"/>
            <a:ext cx="201168" cy="182880"/>
          </a:xfrm>
          <a:prstGeom prst="rightArrow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54326" y="1234440"/>
            <a:ext cx="1441094" cy="914400"/>
          </a:xfrm>
          <a:prstGeom prst="roundRect">
            <a:avLst>
              <a:gd name="adj" fmla="val 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00046" y="1234440"/>
            <a:ext cx="13496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 photo as RGB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22853" y="1600200"/>
            <a:ext cx="201168" cy="182880"/>
          </a:xfrm>
          <a:prstGeom prst="rightArrow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51453" y="1234440"/>
            <a:ext cx="1441094" cy="914400"/>
          </a:xfrm>
          <a:prstGeom prst="roundRect">
            <a:avLst>
              <a:gd name="adj" fmla="val 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97173" y="1234440"/>
            <a:ext cx="13496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Resize to 128 x 128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19979" y="1600200"/>
            <a:ext cx="201168" cy="182880"/>
          </a:xfrm>
          <a:prstGeom prst="rightArrow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48579" y="1234440"/>
            <a:ext cx="1441094" cy="914400"/>
          </a:xfrm>
          <a:prstGeom prst="roundRect">
            <a:avLst>
              <a:gd name="adj" fmla="val 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94299" y="1234440"/>
            <a:ext cx="13496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Tensor, values 0 to 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17106" y="1600200"/>
            <a:ext cx="201168" cy="182880"/>
          </a:xfrm>
          <a:prstGeom prst="rightArrow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45706" y="1234440"/>
            <a:ext cx="1441094" cy="914400"/>
          </a:xfrm>
          <a:prstGeom prst="roundRect">
            <a:avLst>
              <a:gd name="adj" fmla="val 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91426" y="1234440"/>
            <a:ext cx="13496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Batches of 32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51760"/>
          <a:ext cx="47548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Split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Photos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Shape of one photo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train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1,768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3 x 128 x 128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validation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377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3 x 128 x 128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test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380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3 x 128 x 128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5486400" y="2651760"/>
            <a:ext cx="3200400" cy="1554480"/>
          </a:xfrm>
          <a:prstGeom prst="roundRect">
            <a:avLst>
              <a:gd name="adj" fmla="val 4706"/>
            </a:avLst>
          </a:prstGeom>
          <a:solidFill>
            <a:srgbClr val="FFF4E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69280" y="274320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Why this step?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The model needs numbers, not photo files. The 3 means three colour channels: red, green, blue.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Step 4: Model 1, a small CNN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58240" cy="1005840"/>
          </a:xfrm>
          <a:prstGeom prst="roundRect">
            <a:avLst>
              <a:gd name="adj" fmla="val 7273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234440"/>
            <a:ext cx="106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Photo 3x128x128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2872" y="1645920"/>
            <a:ext cx="201168" cy="182880"/>
          </a:xfrm>
          <a:prstGeom prst="rightArrow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71472" y="1234440"/>
            <a:ext cx="1158240" cy="1005840"/>
          </a:xfrm>
          <a:prstGeom prst="roundRect">
            <a:avLst>
              <a:gd name="adj" fmla="val 7273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17192" y="1234440"/>
            <a:ext cx="106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Conv 16 + pool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57144" y="1645920"/>
            <a:ext cx="201168" cy="182880"/>
          </a:xfrm>
          <a:prstGeom prst="rightArrow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85744" y="1234440"/>
            <a:ext cx="1158240" cy="1005840"/>
          </a:xfrm>
          <a:prstGeom prst="roundRect">
            <a:avLst>
              <a:gd name="adj" fmla="val 7273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31464" y="1234440"/>
            <a:ext cx="106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Conv 32 + pool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71416" y="1645920"/>
            <a:ext cx="201168" cy="182880"/>
          </a:xfrm>
          <a:prstGeom prst="rightArrow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0016" y="1234440"/>
            <a:ext cx="1158240" cy="1005840"/>
          </a:xfrm>
          <a:prstGeom prst="roundRect">
            <a:avLst>
              <a:gd name="adj" fmla="val 7273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45736" y="1234440"/>
            <a:ext cx="106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Conv 64 + pool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85688" y="1645920"/>
            <a:ext cx="201168" cy="182880"/>
          </a:xfrm>
          <a:prstGeom prst="rightArrow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14288" y="1234440"/>
            <a:ext cx="1158240" cy="1005840"/>
          </a:xfrm>
          <a:prstGeom prst="roundRect">
            <a:avLst>
              <a:gd name="adj" fmla="val 7273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60008" y="1234440"/>
            <a:ext cx="106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Flatten + Linear 128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99960" y="1645920"/>
            <a:ext cx="201168" cy="182880"/>
          </a:xfrm>
          <a:prstGeom prst="rightArrow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28560" y="1234440"/>
            <a:ext cx="1158240" cy="1005840"/>
          </a:xfrm>
          <a:prstGeom prst="roundRect">
            <a:avLst>
              <a:gd name="adj" fmla="val 7273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74280" y="1234440"/>
            <a:ext cx="106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 scores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65176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743200"/>
            <a:ext cx="64008" cy="731520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270662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6FB2"/>
                </a:solidFill>
              </a:rPr>
              <a:t>2.1 million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14553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numbers the model can learn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265176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2743200"/>
            <a:ext cx="64008" cy="731520"/>
          </a:xfrm>
          <a:prstGeom prst="rect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383280" y="270662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8A1E"/>
                </a:solidFill>
              </a:rPr>
              <a:t>From scratch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3383280" y="314553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starts with random numbers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43600" y="265176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64008" cy="7315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26480" y="270662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8B57"/>
                </a:solidFill>
              </a:rPr>
              <a:t>Adam</a:t>
            </a:r>
            <a:endParaRPr lang="en-US" sz="2600" dirty="0"/>
          </a:p>
        </p:txBody>
      </p:sp>
      <p:sp>
        <p:nvSpPr>
          <p:cNvPr id="31" name="Text 29"/>
          <p:cNvSpPr txBox="1"/>
          <p:nvPr/>
        </p:nvSpPr>
        <p:spPr>
          <a:xfrm>
            <a:off x="6126480" y="314553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adjusts the numbers to cut the loss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How it learns: guess, measure how wrong (loss), adjust, repeat for 10 epochs.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Step 5: Training Model 1</a:t>
            </a:r>
            <a:endParaRPr lang="en-US" sz="2400" dirty="0"/>
          </a:p>
        </p:txBody>
      </p:sp>
      <p:pic>
        <p:nvPicPr>
          <p:cNvPr id="3" name="Image 0" descr="/home/claude/work/fig2_baseline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75944"/>
            <a:ext cx="5394960" cy="28773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0" y="109728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0" y="1188720"/>
            <a:ext cx="64008" cy="731520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26480" y="115214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6FB2"/>
                </a:solidFill>
              </a:rPr>
              <a:t>66.6%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159105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best validation accuracy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943600" y="219456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0" y="2286000"/>
            <a:ext cx="64008" cy="731520"/>
          </a:xfrm>
          <a:prstGeom prst="rect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126480" y="224942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8A1E"/>
                </a:solidFill>
              </a:rPr>
              <a:t>83.4%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6126480" y="268833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training accuracy, epoch 10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943600" y="329184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43600" y="3383280"/>
            <a:ext cx="64008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26480" y="334670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</a:rPr>
              <a:t>18 points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6126480" y="37856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gap: overfitting starts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1605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Random guessing would give about 17%. Training took 6 minutes.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Step 6: Where Model 1 fails</a:t>
            </a:r>
            <a:endParaRPr lang="en-US" sz="2400" dirty="0"/>
          </a:p>
        </p:txBody>
      </p:sp>
      <p:pic>
        <p:nvPicPr>
          <p:cNvPr id="3" name="Image 0" descr="/home/claude/work/fig6_cm_bas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70733"/>
            <a:ext cx="4206240" cy="3527814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097280"/>
          <a:ext cx="38404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cardboard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78.7%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glass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66.2%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metal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75.0%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paper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78.7%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plastic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43.1%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trash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38.1%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846320" y="36118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Confusion matrix: rows are the real class, columns are the model's guess. Plastic and trash were the weakest.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Step 7: Transfer learning (Model 2)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72512" cy="822960"/>
          </a:xfrm>
          <a:prstGeom prst="roundRect">
            <a:avLst>
              <a:gd name="adj" fmla="val 8889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097280"/>
            <a:ext cx="2481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Pretrained MobileNetV2 (frozen)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057144" y="1417320"/>
            <a:ext cx="201168" cy="182880"/>
          </a:xfrm>
          <a:prstGeom prst="rightArrow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85744" y="1097280"/>
            <a:ext cx="2572512" cy="822960"/>
          </a:xfrm>
          <a:prstGeom prst="roundRect">
            <a:avLst>
              <a:gd name="adj" fmla="val 8889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31464" y="1097280"/>
            <a:ext cx="2481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New last layer (trained)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85688" y="1417320"/>
            <a:ext cx="201168" cy="182880"/>
          </a:xfrm>
          <a:prstGeom prst="rightArrow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14288" y="1097280"/>
            <a:ext cx="2572512" cy="822960"/>
          </a:xfrm>
          <a:prstGeom prst="roundRect">
            <a:avLst>
              <a:gd name="adj" fmla="val 8889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60008" y="1097280"/>
            <a:ext cx="2481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 labels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53035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 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 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Starts from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Random numbers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ImageNet knowledge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Photo size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128 x 128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224 x 224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Numbers trained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2,121,638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7,686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Training time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6 min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14 min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Best validation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66.6%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87.0%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035040" y="219456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0" y="2286000"/>
            <a:ext cx="64008" cy="822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0" y="2249424"/>
            <a:ext cx="2377440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8B57"/>
                </a:solidFill>
              </a:rPr>
              <a:t>+20 points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2737714"/>
            <a:ext cx="237744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using the same photos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035040" y="33832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Several things changed at once, so I cannot say which one helped most.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Step 8: Two experiments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2834640"/>
          </a:xfrm>
          <a:prstGeom prst="roundRect">
            <a:avLst>
              <a:gd name="adj" fmla="val 258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08A1E"/>
                </a:solidFill>
              </a:rPr>
              <a:t>A: Class weights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4592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Idea: mistakes on trash count 3 times more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Result: 86.2%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Trash: 3 more found, but paper and glass lost 3 each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Verdict: no clear gain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2834640"/>
          </a:xfrm>
          <a:prstGeom prst="roundRect">
            <a:avLst>
              <a:gd name="adj" fmla="val 258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E8B57"/>
                </a:solidFill>
              </a:rPr>
              <a:t>B: Unfreeze the last 3 blocks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64592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Idea: let the model adapt to waste photos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Small learning rate, 6 epochs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Result: 90.7%, trash 14 of 21 found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Verdict: best model so far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Caution: B also trained for 6 more epochs, so unfreezing and extra training cannot be separated.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All four models compared</a:t>
            </a:r>
            <a:endParaRPr lang="en-US" sz="2400" dirty="0"/>
          </a:p>
        </p:txBody>
      </p:sp>
      <p:pic>
        <p:nvPicPr>
          <p:cNvPr id="3" name="Image 0" descr="/home/claude/work/fig10_all_mode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63752"/>
            <a:ext cx="4754880" cy="2535936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097280"/>
          <a:ext cx="34747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77240"/>
                <a:gridCol w="822960"/>
                <a:gridCol w="6858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Val. acc.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Trash recall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Time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1 Small CNN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66.6%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38.1%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6 min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2 Transfer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87.0%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47.6%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14 min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3 + weights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86.2%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61.9%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17 min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4 Unfrozen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90.7%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66.7%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18 min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These are validation scores. I used them to choose the model, so they are slightly optimistic.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the best model still gets wrong</a:t>
            </a:r>
            <a:endParaRPr lang="en-US" sz="2400" dirty="0"/>
          </a:p>
        </p:txBody>
      </p:sp>
      <p:pic>
        <p:nvPicPr>
          <p:cNvPr id="3" name="Image 0" descr="/mnt/user-data/uploads/wrong_predi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960120"/>
            <a:ext cx="5248656" cy="3749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943600" y="1188720"/>
            <a:ext cx="2743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Trash is a mixed group: wrappers, bags, small items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Clear or white plastic is called glass or paper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Crumpled wrappers look alike, even to me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Grid shows 24 of the 49 errors of Model 2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Final test: used only once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64008" cy="8686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52144"/>
            <a:ext cx="3291840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8B57"/>
                </a:solidFill>
              </a:rPr>
              <a:t>89.2%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65122"/>
            <a:ext cx="329184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339 of 380 unseen photos (validation was 90.7%)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377440"/>
            <a:ext cx="64008" cy="868680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340864"/>
            <a:ext cx="3291840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6FB2"/>
                </a:solidFill>
              </a:rPr>
              <a:t>87.8%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853842"/>
            <a:ext cx="329184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macro F1, all classes equal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566160"/>
            <a:ext cx="64008" cy="868680"/>
          </a:xfrm>
          <a:prstGeom prst="rect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529584"/>
            <a:ext cx="3291840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8A1E"/>
                </a:solidFill>
              </a:rPr>
              <a:t>70%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042562"/>
            <a:ext cx="329184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trash found: 14 of 20, weakest class</a:t>
            </a:r>
            <a:endParaRPr lang="en-US" sz="1100" dirty="0"/>
          </a:p>
        </p:txBody>
      </p:sp>
      <p:pic>
        <p:nvPicPr>
          <p:cNvPr id="15" name="Image 0" descr="/home/claude/work/fig12_cm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1515" y="960120"/>
            <a:ext cx="4470009" cy="3749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Trying my own photos</a:t>
            </a:r>
            <a:endParaRPr lang="en-US" sz="2400" dirty="0"/>
          </a:p>
        </p:txBody>
      </p:sp>
      <p:pic>
        <p:nvPicPr>
          <p:cNvPr id="3" name="Image 0" descr="/mnt/user-data/uploads/my_ima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08" y="1051560"/>
            <a:ext cx="24" cy="1554480"/>
          </a:xfrm>
          <a:prstGeom prst="rect">
            <a:avLst/>
          </a:prstGeom>
        </p:spPr>
      </p:pic>
      <p:pic>
        <p:nvPicPr>
          <p:cNvPr id="4" name="Image 1" descr="/mnt/user-data/uploads/plastic_bottle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08" y="1051560"/>
            <a:ext cx="24" cy="15544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2651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Cola bottle on gravel: plastic, only 47% sure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2514600" y="2651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Bottle on a paper bag: called trash, 87% sure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097280"/>
          <a:ext cx="4023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Photo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 said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Conf.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Cardboard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cardboard 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98%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Metal can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metal 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Paper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paper 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98%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Trash item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trash 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94%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Plastic bottle, paper bag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trash 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87%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Cola bottle, gravel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plastic 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47%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457200" y="37490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8F1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640080" y="37490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5 of 6 correct, but this is an informal test, not an accurate score. It works best on one item on a plain background; messy scenes and mixed items confuse 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Lessons, limits and next steps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64008" cy="14630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24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</a:rPr>
              <a:t>What I learned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Check the data before training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Compare with a baseline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Keep the test set locked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Read the mistakes, not only accuracy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143000"/>
            <a:ext cx="64008" cy="1463040"/>
          </a:xfrm>
          <a:prstGeom prst="rect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124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8A1E"/>
                </a:solidFill>
              </a:rPr>
              <a:t>What I am still learning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4630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Why models overfit, and how to stop it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Choosing settings without guessing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Testing on messy real photos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Building the upload page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926080"/>
            <a:ext cx="64008" cy="1463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907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Limits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24612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Clean TrashNet photos, one item each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Six fixed labels, no 'unknown'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Only 20 trash photos in the test set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89.2% has about 3 points of margin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283464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926080"/>
            <a:ext cx="64008" cy="1463040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907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B2"/>
                </a:solidFill>
              </a:rPr>
              <a:t>Next steps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24612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Write the README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Build a simple upload page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Collect my own photos for a V2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Publish the code on GitHub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86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08A1E"/>
                </a:solidFill>
              </a:rPr>
              <a:t>Questions and advice are welcome: I am still learning.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89.2% test accuracy   |   4 models   |   6 classes   |   2,525 photos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EcoSort AI</dc:title>
  <dc:subject>PptxGenJS Presentation</dc:subject>
  <dc:creator>PptxGenJS</dc:creator>
  <cp:lastModifiedBy>PptxGenJS</cp:lastModifiedBy>
  <cp:revision>1</cp:revision>
  <dcterms:created xsi:type="dcterms:W3CDTF">2026-10-20T03:57:30Z</dcterms:created>
  <dcterms:modified xsi:type="dcterms:W3CDTF">2026-10-20T03:57:30Z</dcterms:modified>
</cp:coreProperties>
</file>